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00FFFF"/>
                </a:solidFill>
              </a:defRPr>
            </a:pPr>
            <a:r>
              <a:t>¿IA Cuántica vs. Fraude?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Un experimento con Hamiltonianos de Ising, GPUs y Qiskit.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</a:defRPr>
            </a:pPr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El fraude financiero moderno es sofisticado.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Los algoritmos clásicos asumen fronteras suaves, pero las anomalías reales se esconden en patrones caóticos que la IA tradicional pasa por alto.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</a:defRPr>
            </a:pPr>
            <a:r>
              <a:t>La Solución: El Cerebro Cuántico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En lugar de kernels lineales, usamos el Hamiltoniano de Ising: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H(x) = Σ Z_i + Σ Z_i Z_j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Esto proyecta los datos a un espacio de Hilbert (2^N), donde el entrelazamiento revela correlaciones invisibles.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00FFFF"/>
                </a:solidFill>
              </a:defRPr>
            </a:pPr>
            <a:r>
              <a:t>Clásico (RBF) vs. Cuántico</a:t>
            </a:r>
          </a:p>
        </p:txBody>
      </p:sp>
      <p:pic>
        <p:nvPicPr>
          <p:cNvPr id="4" name="Picture 3" descr="figure_1_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841999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35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FFFFFF"/>
                </a:solidFill>
              </a:defRPr>
            </a:pPr>
            <a:r>
              <a:t>Izquierda: IA Clásica (Burbujas suaves). Derecha: IA Cuántica (Islas de decisión complejas).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</a:defRPr>
            </a:pPr>
            <a:r>
              <a:t>Resultados del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Entrenamiento simulado en GPU (NVIDIA):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🔹 Clásico: 97.6% (Rápido, pero generalista)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🔹 Cuántico: 95.2% (Alta expresividad topológica)</a:t>
            </a:r>
          </a:p>
          <a:p>
            <a:pPr>
              <a:defRPr sz="2800">
                <a:solidFill>
                  <a:srgbClr val="FFFFFF"/>
                </a:solidFill>
              </a:defRPr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Conclusión: El modelo cuántico es competitivo y detecta patrones topológicamente distintos.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⚡ Python &amp; Qiskit (SDK)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⚡ NVIDIA CUDA (Aceleración)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⚡ Scikit-Learn (PCA)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⚡ Overleaf/LaTeX (Paper)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00FFFF"/>
                </a:solidFill>
              </a:defRPr>
            </a:pPr>
            <a:r>
              <a:t>¿Quieres ver el código?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Link al repositorio y paper en el primer comentario.</a:t>
            </a:r>
          </a:p>
          <a:p/>
          <a:p>
            <a:r>
              <a:t>Sebastián [Tu Apellido]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